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5173C-768F-1F77-D01C-76E3B84D1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6C3C9E-F614-665C-44FD-DA4AB500C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C25D3-9E44-5F11-0BAF-3365DE21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4C06D-E0A8-1192-17BF-A0D80422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06F32-1B29-590A-4E7E-6E7EF4F4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80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F0DE7-C6E9-495C-5010-465297EF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253E3-BA87-F654-1915-FDBC4B99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12BB2A-26C6-8095-C95F-3AB5F35E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F93EFE-7636-F00C-A764-188E85A0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ED999-F1E5-7464-2CBA-990CFB11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ADA6E-74E0-E0DB-F601-309FD8FD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C576FF-CFB7-7AF8-2321-E98E099D1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818C-3D09-C0D4-7F0E-23FED5C4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6A3991-BED0-D244-3464-82E8B02A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97440-516C-01C6-0DA1-77BF2E8F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31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12989-BFB8-D1EF-CAB5-7833FD7F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C8E9F-7069-0F8D-4F15-81AED9A5C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48695F-CA21-3F28-CCD4-F1DCB91DA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463B5-52DC-D22D-CCF4-D03D6135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47FB0A-1729-E9E5-095E-AB58CADE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94653-C2FC-62B2-DAF3-2DD3012E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1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72CB4-E82A-55C5-2C08-87EAE965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C74AC-02AB-DD4C-3886-CC1E159AF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842233-DCE9-8F7C-6FB7-94E5BBD55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795164-1316-8970-26FE-E47DA6251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F1A0E0-4166-37AE-9604-3E1432B60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E4B73C-E5F0-F81A-C6A4-D1F27DBA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867C66-5B24-B67E-A004-47DA6354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EC03DB-32DA-71DD-C8DA-C3EC9D58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4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83FD2-F780-8905-15B3-8A798103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D3B3C7-0BB5-9F87-1F72-933231DD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FEFA9F-33FD-8BDE-797C-F2940715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4A08E8-553C-BFA7-397E-3F987F5E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17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32522F-06B1-3696-ED0B-79FAA1EF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7EBA85-0449-50D2-D461-1A163338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7208D-2826-BFC2-98B9-5F2D08E1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04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B5A4A-D2E5-F237-8F9E-CD4C6C2B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9B76C7-B1F1-55C7-F3AA-CFF7DD10A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03E354-1B2F-F82B-931D-CA3103FE1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62DF42-3A2F-EED2-ECFA-CE600471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B62886-26B0-7BB4-4595-D0840E73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078BB5-E1DE-AC8B-D775-A26F5ABC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0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99543-BCC7-2DE1-7250-A097A56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325C63-AA7A-ABD4-34C5-805CFAF75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442F8-1FAA-A2DD-5F48-05A8334E1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98143-72E3-7F6E-3CA1-BB53A510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0801F1-C40A-90CC-58A8-D27E9100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989874-4880-6326-7DAE-C38572D0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44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13674-8CBF-C3B0-0466-BCD4A244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2A6827-EC48-C0A0-3F15-21F96BDB3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9FC83D-FE66-EE59-211A-D36E0393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B4A56-83AB-81D5-71E7-BB6D5A8C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C642A-9B36-F990-EBC0-683FB3CC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07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8D8746-68E7-16EA-71C0-F6700FE62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2C5883-DB28-27C9-131D-01019E262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9A92E-D5BF-2F55-8A77-A890CB79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6E192-C4A0-FAF9-AE82-C82C0AD2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9C9250-A9C6-AA42-D534-3EF63FD0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1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692FFE-C7C8-CA04-17C9-D2B589C2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E009AD-C4CD-3835-6957-A15F35676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DE53CC-4C65-D6F0-D227-CEDA5CE2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350AD-E718-41A2-9EB6-FEE0E639DD32}" type="datetimeFigureOut">
              <a:rPr lang="zh-CN" altLang="en-US" smtClean="0"/>
              <a:t>2025/3/10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8ABBF-2982-EA3D-ABB4-53CE25116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1868E-B06B-5DC5-83E8-B9D4D28E7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90B44-0489-4F2B-8ADB-80780B4EB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4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2625BC6-2724-6C70-3EF1-8ECE046A8E9E}"/>
              </a:ext>
            </a:extLst>
          </p:cNvPr>
          <p:cNvCxnSpPr>
            <a:cxnSpLocks/>
          </p:cNvCxnSpPr>
          <p:nvPr/>
        </p:nvCxnSpPr>
        <p:spPr>
          <a:xfrm flipH="1">
            <a:off x="2850325" y="4212362"/>
            <a:ext cx="1549798" cy="1549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A7D35B7-E3ED-12CB-2ED8-788090DF9612}"/>
              </a:ext>
            </a:extLst>
          </p:cNvPr>
          <p:cNvCxnSpPr>
            <a:cxnSpLocks/>
          </p:cNvCxnSpPr>
          <p:nvPr/>
        </p:nvCxnSpPr>
        <p:spPr>
          <a:xfrm>
            <a:off x="4400123" y="4212362"/>
            <a:ext cx="449097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7D475CD-9DD7-48F5-8423-DF1718E2E54A}"/>
              </a:ext>
            </a:extLst>
          </p:cNvPr>
          <p:cNvCxnSpPr/>
          <p:nvPr/>
        </p:nvCxnSpPr>
        <p:spPr>
          <a:xfrm flipV="1">
            <a:off x="4400123" y="692585"/>
            <a:ext cx="0" cy="3519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C908C95-9A6B-9D6E-03FE-D0AB0CE52DF7}"/>
              </a:ext>
            </a:extLst>
          </p:cNvPr>
          <p:cNvSpPr txBox="1"/>
          <p:nvPr/>
        </p:nvSpPr>
        <p:spPr>
          <a:xfrm>
            <a:off x="2439802" y="5408217"/>
            <a:ext cx="52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BD0261-4273-49F0-35CA-BAD53B0E684A}"/>
              </a:ext>
            </a:extLst>
          </p:cNvPr>
          <p:cNvSpPr txBox="1"/>
          <p:nvPr/>
        </p:nvSpPr>
        <p:spPr>
          <a:xfrm>
            <a:off x="8916805" y="3765700"/>
            <a:ext cx="52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ABE594-CBAF-3194-033A-77CCF3021EE3}"/>
              </a:ext>
            </a:extLst>
          </p:cNvPr>
          <p:cNvSpPr txBox="1"/>
          <p:nvPr/>
        </p:nvSpPr>
        <p:spPr>
          <a:xfrm>
            <a:off x="4495883" y="338641"/>
            <a:ext cx="52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344BC5-6804-C012-DC38-E2B3E3BC7E41}"/>
              </a:ext>
            </a:extLst>
          </p:cNvPr>
          <p:cNvSpPr txBox="1"/>
          <p:nvPr/>
        </p:nvSpPr>
        <p:spPr>
          <a:xfrm>
            <a:off x="4186546" y="4153727"/>
            <a:ext cx="52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193F1CF-E59F-B70A-F851-BE628C1666D1}"/>
              </a:ext>
            </a:extLst>
          </p:cNvPr>
          <p:cNvSpPr/>
          <p:nvPr/>
        </p:nvSpPr>
        <p:spPr>
          <a:xfrm rot="415762">
            <a:off x="3645046" y="1638247"/>
            <a:ext cx="844957" cy="3627120"/>
          </a:xfrm>
          <a:custGeom>
            <a:avLst/>
            <a:gdLst>
              <a:gd name="connsiteX0" fmla="*/ 1432560 w 1432560"/>
              <a:gd name="connsiteY0" fmla="*/ 0 h 3627120"/>
              <a:gd name="connsiteX1" fmla="*/ 472440 w 1432560"/>
              <a:gd name="connsiteY1" fmla="*/ 1844040 h 3627120"/>
              <a:gd name="connsiteX2" fmla="*/ 0 w 1432560"/>
              <a:gd name="connsiteY2" fmla="*/ 3627120 h 362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2560" h="3627120">
                <a:moveTo>
                  <a:pt x="1432560" y="0"/>
                </a:moveTo>
                <a:cubicBezTo>
                  <a:pt x="1071880" y="619760"/>
                  <a:pt x="711200" y="1239520"/>
                  <a:pt x="472440" y="1844040"/>
                </a:cubicBezTo>
                <a:cubicBezTo>
                  <a:pt x="233680" y="2448560"/>
                  <a:pt x="116840" y="3037840"/>
                  <a:pt x="0" y="362712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DC50D816-0C74-7C8E-AEB0-19BBAC1B0D70}"/>
              </a:ext>
            </a:extLst>
          </p:cNvPr>
          <p:cNvSpPr/>
          <p:nvPr/>
        </p:nvSpPr>
        <p:spPr>
          <a:xfrm>
            <a:off x="3444240" y="4373880"/>
            <a:ext cx="5242560" cy="1349902"/>
          </a:xfrm>
          <a:custGeom>
            <a:avLst/>
            <a:gdLst>
              <a:gd name="connsiteX0" fmla="*/ 0 w 5242560"/>
              <a:gd name="connsiteY0" fmla="*/ 822960 h 1349902"/>
              <a:gd name="connsiteX1" fmla="*/ 1524000 w 5242560"/>
              <a:gd name="connsiteY1" fmla="*/ 1325880 h 1349902"/>
              <a:gd name="connsiteX2" fmla="*/ 3337560 w 5242560"/>
              <a:gd name="connsiteY2" fmla="*/ 1188720 h 1349902"/>
              <a:gd name="connsiteX3" fmla="*/ 4876800 w 5242560"/>
              <a:gd name="connsiteY3" fmla="*/ 487680 h 1349902"/>
              <a:gd name="connsiteX4" fmla="*/ 5242560 w 5242560"/>
              <a:gd name="connsiteY4" fmla="*/ 0 h 134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2560" h="1349902">
                <a:moveTo>
                  <a:pt x="0" y="822960"/>
                </a:moveTo>
                <a:cubicBezTo>
                  <a:pt x="483870" y="1043940"/>
                  <a:pt x="967740" y="1264920"/>
                  <a:pt x="1524000" y="1325880"/>
                </a:cubicBezTo>
                <a:cubicBezTo>
                  <a:pt x="2080260" y="1386840"/>
                  <a:pt x="2778760" y="1328420"/>
                  <a:pt x="3337560" y="1188720"/>
                </a:cubicBezTo>
                <a:cubicBezTo>
                  <a:pt x="3896360" y="1049020"/>
                  <a:pt x="4559300" y="685800"/>
                  <a:pt x="4876800" y="487680"/>
                </a:cubicBezTo>
                <a:cubicBezTo>
                  <a:pt x="5194300" y="289560"/>
                  <a:pt x="5218430" y="144780"/>
                  <a:pt x="5242560" y="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B4DA3CB9-C335-6A78-2A75-60D86CFFC93B}"/>
              </a:ext>
            </a:extLst>
          </p:cNvPr>
          <p:cNvSpPr/>
          <p:nvPr/>
        </p:nvSpPr>
        <p:spPr>
          <a:xfrm>
            <a:off x="4705716" y="1713059"/>
            <a:ext cx="3993936" cy="2660822"/>
          </a:xfrm>
          <a:custGeom>
            <a:avLst/>
            <a:gdLst>
              <a:gd name="connsiteX0" fmla="*/ 0 w 4114674"/>
              <a:gd name="connsiteY0" fmla="*/ 0 h 2510937"/>
              <a:gd name="connsiteX1" fmla="*/ 1493134 w 4114674"/>
              <a:gd name="connsiteY1" fmla="*/ 347240 h 2510937"/>
              <a:gd name="connsiteX2" fmla="*/ 2882096 w 4114674"/>
              <a:gd name="connsiteY2" fmla="*/ 1134319 h 2510937"/>
              <a:gd name="connsiteX3" fmla="*/ 3958542 w 4114674"/>
              <a:gd name="connsiteY3" fmla="*/ 2326511 h 2510937"/>
              <a:gd name="connsiteX4" fmla="*/ 4085863 w 4114674"/>
              <a:gd name="connsiteY4" fmla="*/ 2488557 h 2510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674" h="2510937">
                <a:moveTo>
                  <a:pt x="0" y="0"/>
                </a:moveTo>
                <a:cubicBezTo>
                  <a:pt x="506392" y="79093"/>
                  <a:pt x="1012785" y="158187"/>
                  <a:pt x="1493134" y="347240"/>
                </a:cubicBezTo>
                <a:cubicBezTo>
                  <a:pt x="1973483" y="536293"/>
                  <a:pt x="2471195" y="804441"/>
                  <a:pt x="2882096" y="1134319"/>
                </a:cubicBezTo>
                <a:cubicBezTo>
                  <a:pt x="3292997" y="1464198"/>
                  <a:pt x="3757914" y="2100805"/>
                  <a:pt x="3958542" y="2326511"/>
                </a:cubicBezTo>
                <a:cubicBezTo>
                  <a:pt x="4159170" y="2552217"/>
                  <a:pt x="4122516" y="2520387"/>
                  <a:pt x="4085863" y="248855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6F251DC-7168-76EC-80FA-D3B3FC073510}"/>
              </a:ext>
            </a:extLst>
          </p:cNvPr>
          <p:cNvCxnSpPr>
            <a:cxnSpLocks/>
          </p:cNvCxnSpPr>
          <p:nvPr/>
        </p:nvCxnSpPr>
        <p:spPr>
          <a:xfrm flipH="1">
            <a:off x="4392286" y="4212362"/>
            <a:ext cx="4119254" cy="0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61014FD-12D9-EFF3-0787-18B2B57C3A13}"/>
              </a:ext>
            </a:extLst>
          </p:cNvPr>
          <p:cNvCxnSpPr>
            <a:cxnSpLocks/>
          </p:cNvCxnSpPr>
          <p:nvPr/>
        </p:nvCxnSpPr>
        <p:spPr>
          <a:xfrm>
            <a:off x="4400123" y="2430683"/>
            <a:ext cx="0" cy="1781679"/>
          </a:xfrm>
          <a:prstGeom prst="line">
            <a:avLst/>
          </a:prstGeom>
          <a:ln w="412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B762F6D-9F24-7115-9C25-C08D274C837B}"/>
              </a:ext>
            </a:extLst>
          </p:cNvPr>
          <p:cNvCxnSpPr>
            <a:cxnSpLocks/>
          </p:cNvCxnSpPr>
          <p:nvPr/>
        </p:nvCxnSpPr>
        <p:spPr>
          <a:xfrm>
            <a:off x="4892883" y="2372048"/>
            <a:ext cx="0" cy="1781679"/>
          </a:xfrm>
          <a:prstGeom prst="line">
            <a:avLst/>
          </a:prstGeom>
          <a:ln w="381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3B46225-CD18-A453-6189-411E0E5A305F}"/>
              </a:ext>
            </a:extLst>
          </p:cNvPr>
          <p:cNvCxnSpPr>
            <a:cxnSpLocks/>
          </p:cNvCxnSpPr>
          <p:nvPr/>
        </p:nvCxnSpPr>
        <p:spPr>
          <a:xfrm flipH="1">
            <a:off x="3518535" y="4218458"/>
            <a:ext cx="881588" cy="877798"/>
          </a:xfrm>
          <a:prstGeom prst="line">
            <a:avLst/>
          </a:prstGeom>
          <a:ln w="508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平行四边形 48">
            <a:extLst>
              <a:ext uri="{FF2B5EF4-FFF2-40B4-BE49-F238E27FC236}">
                <a16:creationId xmlns:a16="http://schemas.microsoft.com/office/drawing/2014/main" id="{E8823A03-A48F-5D6F-CD8C-408B0F42F230}"/>
              </a:ext>
            </a:extLst>
          </p:cNvPr>
          <p:cNvSpPr/>
          <p:nvPr/>
        </p:nvSpPr>
        <p:spPr>
          <a:xfrm rot="16882867">
            <a:off x="4706212" y="1522384"/>
            <a:ext cx="3265236" cy="3039375"/>
          </a:xfrm>
          <a:prstGeom prst="parallelogram">
            <a:avLst>
              <a:gd name="adj" fmla="val 37922"/>
            </a:avLst>
          </a:prstGeom>
          <a:solidFill>
            <a:schemeClr val="accent1">
              <a:alpha val="31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FDC0ACB-156A-E839-88F6-BD3A4BA0B2D1}"/>
              </a:ext>
            </a:extLst>
          </p:cNvPr>
          <p:cNvSpPr/>
          <p:nvPr/>
        </p:nvSpPr>
        <p:spPr>
          <a:xfrm>
            <a:off x="6336828" y="2757680"/>
            <a:ext cx="125704" cy="1257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F5C314F-AF37-3CC7-8E71-3AD2B2F876D9}"/>
              </a:ext>
            </a:extLst>
          </p:cNvPr>
          <p:cNvSpPr txBox="1"/>
          <p:nvPr/>
        </p:nvSpPr>
        <p:spPr>
          <a:xfrm>
            <a:off x="6373090" y="2262318"/>
            <a:ext cx="794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4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40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等腰三角形 67">
            <a:extLst>
              <a:ext uri="{FF2B5EF4-FFF2-40B4-BE49-F238E27FC236}">
                <a16:creationId xmlns:a16="http://schemas.microsoft.com/office/drawing/2014/main" id="{558A3E13-A9F9-2713-6DA4-02A9F21C04B9}"/>
              </a:ext>
            </a:extLst>
          </p:cNvPr>
          <p:cNvSpPr/>
          <p:nvPr/>
        </p:nvSpPr>
        <p:spPr>
          <a:xfrm rot="9375581">
            <a:off x="6780434" y="3767702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A78812A2-9F38-7C99-4E26-A11A99437F26}"/>
              </a:ext>
            </a:extLst>
          </p:cNvPr>
          <p:cNvSpPr/>
          <p:nvPr/>
        </p:nvSpPr>
        <p:spPr>
          <a:xfrm>
            <a:off x="4868879" y="2123760"/>
            <a:ext cx="1614418" cy="2362657"/>
          </a:xfrm>
          <a:custGeom>
            <a:avLst/>
            <a:gdLst>
              <a:gd name="connsiteX0" fmla="*/ 0 w 1446623"/>
              <a:gd name="connsiteY0" fmla="*/ 0 h 2505206"/>
              <a:gd name="connsiteX1" fmla="*/ 901874 w 1446623"/>
              <a:gd name="connsiteY1" fmla="*/ 212943 h 2505206"/>
              <a:gd name="connsiteX2" fmla="*/ 1427968 w 1446623"/>
              <a:gd name="connsiteY2" fmla="*/ 1002083 h 2505206"/>
              <a:gd name="connsiteX3" fmla="*/ 1277655 w 1446623"/>
              <a:gd name="connsiteY3" fmla="*/ 2505206 h 2505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623" h="2505206">
                <a:moveTo>
                  <a:pt x="0" y="0"/>
                </a:moveTo>
                <a:cubicBezTo>
                  <a:pt x="331939" y="22964"/>
                  <a:pt x="663879" y="45929"/>
                  <a:pt x="901874" y="212943"/>
                </a:cubicBezTo>
                <a:cubicBezTo>
                  <a:pt x="1139869" y="379957"/>
                  <a:pt x="1365338" y="620039"/>
                  <a:pt x="1427968" y="1002083"/>
                </a:cubicBezTo>
                <a:cubicBezTo>
                  <a:pt x="1490598" y="1384127"/>
                  <a:pt x="1384126" y="1944666"/>
                  <a:pt x="1277655" y="2505206"/>
                </a:cubicBezTo>
              </a:path>
            </a:pathLst>
          </a:cu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等腰三角形 79">
            <a:extLst>
              <a:ext uri="{FF2B5EF4-FFF2-40B4-BE49-F238E27FC236}">
                <a16:creationId xmlns:a16="http://schemas.microsoft.com/office/drawing/2014/main" id="{B4DBC636-7FEE-E88F-F7C5-5F8A60B893B6}"/>
              </a:ext>
            </a:extLst>
          </p:cNvPr>
          <p:cNvSpPr/>
          <p:nvPr/>
        </p:nvSpPr>
        <p:spPr>
          <a:xfrm rot="12821052">
            <a:off x="6898988" y="3776999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F9EF3244-2902-FB4B-933B-A5056DE16DFE}"/>
              </a:ext>
            </a:extLst>
          </p:cNvPr>
          <p:cNvCxnSpPr>
            <a:cxnSpLocks/>
          </p:cNvCxnSpPr>
          <p:nvPr/>
        </p:nvCxnSpPr>
        <p:spPr>
          <a:xfrm flipH="1">
            <a:off x="7028671" y="3294682"/>
            <a:ext cx="312424" cy="51248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等腰三角形 90">
            <a:extLst>
              <a:ext uri="{FF2B5EF4-FFF2-40B4-BE49-F238E27FC236}">
                <a16:creationId xmlns:a16="http://schemas.microsoft.com/office/drawing/2014/main" id="{E91A3A62-25A1-CBEB-A410-D27EE001A55A}"/>
              </a:ext>
            </a:extLst>
          </p:cNvPr>
          <p:cNvSpPr/>
          <p:nvPr/>
        </p:nvSpPr>
        <p:spPr>
          <a:xfrm rot="7159276">
            <a:off x="6723816" y="3826437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4E65CBC-C12A-3D17-FA86-62F41B30CA59}"/>
              </a:ext>
            </a:extLst>
          </p:cNvPr>
          <p:cNvCxnSpPr>
            <a:cxnSpLocks/>
          </p:cNvCxnSpPr>
          <p:nvPr/>
        </p:nvCxnSpPr>
        <p:spPr>
          <a:xfrm>
            <a:off x="5938974" y="3529399"/>
            <a:ext cx="831208" cy="42273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等腰三角形 100">
            <a:extLst>
              <a:ext uri="{FF2B5EF4-FFF2-40B4-BE49-F238E27FC236}">
                <a16:creationId xmlns:a16="http://schemas.microsoft.com/office/drawing/2014/main" id="{2ED00790-9E6A-B3E7-C8D1-2EFFBA420F23}"/>
              </a:ext>
            </a:extLst>
          </p:cNvPr>
          <p:cNvSpPr/>
          <p:nvPr/>
        </p:nvSpPr>
        <p:spPr>
          <a:xfrm rot="7159276">
            <a:off x="7190182" y="3122079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5D57FE8-485F-2B0E-76D9-974DBAA98F93}"/>
              </a:ext>
            </a:extLst>
          </p:cNvPr>
          <p:cNvCxnSpPr>
            <a:cxnSpLocks/>
          </p:cNvCxnSpPr>
          <p:nvPr/>
        </p:nvCxnSpPr>
        <p:spPr>
          <a:xfrm>
            <a:off x="6392378" y="2815361"/>
            <a:ext cx="871393" cy="443171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等腰三角形 103">
            <a:extLst>
              <a:ext uri="{FF2B5EF4-FFF2-40B4-BE49-F238E27FC236}">
                <a16:creationId xmlns:a16="http://schemas.microsoft.com/office/drawing/2014/main" id="{397252A5-2ADD-F2F8-4684-E2E98DE19462}"/>
              </a:ext>
            </a:extLst>
          </p:cNvPr>
          <p:cNvSpPr/>
          <p:nvPr/>
        </p:nvSpPr>
        <p:spPr>
          <a:xfrm rot="12821052">
            <a:off x="5941716" y="3316502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014ACC8-588A-DF8B-E105-1EB2C567C71E}"/>
              </a:ext>
            </a:extLst>
          </p:cNvPr>
          <p:cNvCxnSpPr>
            <a:cxnSpLocks/>
          </p:cNvCxnSpPr>
          <p:nvPr/>
        </p:nvCxnSpPr>
        <p:spPr>
          <a:xfrm flipH="1">
            <a:off x="6071399" y="2834185"/>
            <a:ext cx="312424" cy="51248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7E20789A-E1D0-1DF0-A254-E24725CFC4A5}"/>
              </a:ext>
            </a:extLst>
          </p:cNvPr>
          <p:cNvCxnSpPr>
            <a:cxnSpLocks/>
            <a:endCxn id="68" idx="3"/>
          </p:cNvCxnSpPr>
          <p:nvPr/>
        </p:nvCxnSpPr>
        <p:spPr>
          <a:xfrm>
            <a:off x="6383823" y="2820532"/>
            <a:ext cx="400315" cy="95875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50BE64AF-DE26-91E9-ECE4-9D8565B71B73}"/>
              </a:ext>
            </a:extLst>
          </p:cNvPr>
          <p:cNvCxnSpPr>
            <a:cxnSpLocks/>
          </p:cNvCxnSpPr>
          <p:nvPr/>
        </p:nvCxnSpPr>
        <p:spPr>
          <a:xfrm>
            <a:off x="4883207" y="2123760"/>
            <a:ext cx="0" cy="265157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1B7B4FC3-9B21-918B-B583-88F2D15BD82F}"/>
              </a:ext>
            </a:extLst>
          </p:cNvPr>
          <p:cNvCxnSpPr>
            <a:cxnSpLocks/>
          </p:cNvCxnSpPr>
          <p:nvPr/>
        </p:nvCxnSpPr>
        <p:spPr>
          <a:xfrm>
            <a:off x="6403174" y="2907090"/>
            <a:ext cx="0" cy="218916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4570944-73E5-14F4-A0D4-9FC3A4D3DA08}"/>
              </a:ext>
            </a:extLst>
          </p:cNvPr>
          <p:cNvCxnSpPr>
            <a:cxnSpLocks/>
          </p:cNvCxnSpPr>
          <p:nvPr/>
        </p:nvCxnSpPr>
        <p:spPr>
          <a:xfrm>
            <a:off x="6291665" y="4473586"/>
            <a:ext cx="0" cy="108139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37D6D367-1BE3-2899-0BE7-2BBFCB486A96}"/>
              </a:ext>
            </a:extLst>
          </p:cNvPr>
          <p:cNvSpPr/>
          <p:nvPr/>
        </p:nvSpPr>
        <p:spPr>
          <a:xfrm>
            <a:off x="4876800" y="4739298"/>
            <a:ext cx="1561993" cy="787742"/>
          </a:xfrm>
          <a:custGeom>
            <a:avLst/>
            <a:gdLst>
              <a:gd name="connsiteX0" fmla="*/ 0 w 1561993"/>
              <a:gd name="connsiteY0" fmla="*/ 15582 h 787742"/>
              <a:gd name="connsiteX1" fmla="*/ 924560 w 1561993"/>
              <a:gd name="connsiteY1" fmla="*/ 35902 h 787742"/>
              <a:gd name="connsiteX2" fmla="*/ 1534160 w 1561993"/>
              <a:gd name="connsiteY2" fmla="*/ 330542 h 787742"/>
              <a:gd name="connsiteX3" fmla="*/ 1402080 w 1561993"/>
              <a:gd name="connsiteY3" fmla="*/ 787742 h 78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993" h="787742">
                <a:moveTo>
                  <a:pt x="0" y="15582"/>
                </a:moveTo>
                <a:cubicBezTo>
                  <a:pt x="334433" y="-505"/>
                  <a:pt x="668867" y="-16591"/>
                  <a:pt x="924560" y="35902"/>
                </a:cubicBezTo>
                <a:cubicBezTo>
                  <a:pt x="1180253" y="88395"/>
                  <a:pt x="1454573" y="205235"/>
                  <a:pt x="1534160" y="330542"/>
                </a:cubicBezTo>
                <a:cubicBezTo>
                  <a:pt x="1613747" y="455849"/>
                  <a:pt x="1507913" y="621795"/>
                  <a:pt x="1402080" y="787742"/>
                </a:cubicBezTo>
              </a:path>
            </a:pathLst>
          </a:custGeom>
          <a:noFill/>
          <a:ln w="571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等腰三角形 119">
            <a:extLst>
              <a:ext uri="{FF2B5EF4-FFF2-40B4-BE49-F238E27FC236}">
                <a16:creationId xmlns:a16="http://schemas.microsoft.com/office/drawing/2014/main" id="{508C0505-7D1A-AFA7-3629-8A461EBF9C3D}"/>
              </a:ext>
            </a:extLst>
          </p:cNvPr>
          <p:cNvSpPr/>
          <p:nvPr/>
        </p:nvSpPr>
        <p:spPr>
          <a:xfrm rot="9375581">
            <a:off x="6695728" y="5754956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ADDB133C-8AAD-FC15-A35B-ECE76D8DFD59}"/>
              </a:ext>
            </a:extLst>
          </p:cNvPr>
          <p:cNvCxnSpPr>
            <a:cxnSpLocks/>
          </p:cNvCxnSpPr>
          <p:nvPr/>
        </p:nvCxnSpPr>
        <p:spPr>
          <a:xfrm>
            <a:off x="6403174" y="5047524"/>
            <a:ext cx="298616" cy="715182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A7EF33F1-3E99-3A65-0F40-BDB0C4977AE8}"/>
              </a:ext>
            </a:extLst>
          </p:cNvPr>
          <p:cNvCxnSpPr>
            <a:cxnSpLocks/>
          </p:cNvCxnSpPr>
          <p:nvPr/>
        </p:nvCxnSpPr>
        <p:spPr>
          <a:xfrm flipH="1">
            <a:off x="5925013" y="5061682"/>
            <a:ext cx="477501" cy="49329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等腰三角形 125">
            <a:extLst>
              <a:ext uri="{FF2B5EF4-FFF2-40B4-BE49-F238E27FC236}">
                <a16:creationId xmlns:a16="http://schemas.microsoft.com/office/drawing/2014/main" id="{F71F5920-0FD4-244E-BE70-302092B4A182}"/>
              </a:ext>
            </a:extLst>
          </p:cNvPr>
          <p:cNvSpPr/>
          <p:nvPr/>
        </p:nvSpPr>
        <p:spPr>
          <a:xfrm rot="13643063">
            <a:off x="5837510" y="5437179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94100186-B2D4-7292-67FE-87BBC34C2993}"/>
              </a:ext>
            </a:extLst>
          </p:cNvPr>
          <p:cNvCxnSpPr>
            <a:cxnSpLocks/>
          </p:cNvCxnSpPr>
          <p:nvPr/>
        </p:nvCxnSpPr>
        <p:spPr>
          <a:xfrm>
            <a:off x="6402234" y="5055009"/>
            <a:ext cx="938861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等腰三角形 128">
            <a:extLst>
              <a:ext uri="{FF2B5EF4-FFF2-40B4-BE49-F238E27FC236}">
                <a16:creationId xmlns:a16="http://schemas.microsoft.com/office/drawing/2014/main" id="{D403949A-E5B8-150C-1620-EF611987787C}"/>
              </a:ext>
            </a:extLst>
          </p:cNvPr>
          <p:cNvSpPr/>
          <p:nvPr/>
        </p:nvSpPr>
        <p:spPr>
          <a:xfrm rot="5350384">
            <a:off x="7405978" y="4922225"/>
            <a:ext cx="117593" cy="2736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EC6341C-8E24-991B-882A-AD9BCA56446A}"/>
              </a:ext>
            </a:extLst>
          </p:cNvPr>
          <p:cNvSpPr txBox="1"/>
          <p:nvPr/>
        </p:nvSpPr>
        <p:spPr>
          <a:xfrm>
            <a:off x="5624055" y="5143505"/>
            <a:ext cx="523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0C586D0-807C-0DFD-363F-02997E777959}"/>
              </a:ext>
            </a:extLst>
          </p:cNvPr>
          <p:cNvSpPr txBox="1"/>
          <p:nvPr/>
        </p:nvSpPr>
        <p:spPr>
          <a:xfrm>
            <a:off x="7510855" y="4724808"/>
            <a:ext cx="1020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59DE5879-24B4-6D5C-849B-8EFA2DB6C6C4}"/>
              </a:ext>
            </a:extLst>
          </p:cNvPr>
          <p:cNvSpPr txBox="1"/>
          <p:nvPr/>
        </p:nvSpPr>
        <p:spPr>
          <a:xfrm>
            <a:off x="6738868" y="5679208"/>
            <a:ext cx="1020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E052257-40C2-040A-D691-5B7C479F90EB}"/>
              </a:ext>
            </a:extLst>
          </p:cNvPr>
          <p:cNvSpPr txBox="1"/>
          <p:nvPr/>
        </p:nvSpPr>
        <p:spPr>
          <a:xfrm>
            <a:off x="5587211" y="2957979"/>
            <a:ext cx="523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E658580-6B57-3C4D-376D-7E7386AECD8F}"/>
              </a:ext>
            </a:extLst>
          </p:cNvPr>
          <p:cNvSpPr txBox="1"/>
          <p:nvPr/>
        </p:nvSpPr>
        <p:spPr>
          <a:xfrm>
            <a:off x="7079466" y="2690703"/>
            <a:ext cx="523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156B8D1C-D988-A0CA-5C25-37954D3D31F2}"/>
              </a:ext>
            </a:extLst>
          </p:cNvPr>
          <p:cNvSpPr txBox="1"/>
          <p:nvPr/>
        </p:nvSpPr>
        <p:spPr>
          <a:xfrm>
            <a:off x="6651316" y="3285033"/>
            <a:ext cx="523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991A70C-ED9D-475E-EF3B-50B974CAA19D}"/>
              </a:ext>
            </a:extLst>
          </p:cNvPr>
          <p:cNvSpPr txBox="1"/>
          <p:nvPr/>
        </p:nvSpPr>
        <p:spPr>
          <a:xfrm>
            <a:off x="5198573" y="2072477"/>
            <a:ext cx="523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25A7781-4D86-19B2-17A0-C7F002BEF578}"/>
              </a:ext>
            </a:extLst>
          </p:cNvPr>
          <p:cNvSpPr txBox="1"/>
          <p:nvPr/>
        </p:nvSpPr>
        <p:spPr>
          <a:xfrm>
            <a:off x="5179050" y="4690482"/>
            <a:ext cx="731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endParaRPr lang="zh-CN" altLang="en-US" sz="4000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46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E645-9D19-CC35-27BF-961869B8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CAA864EC-DC6B-619F-5E1C-1C4BA4C297A6}"/>
              </a:ext>
            </a:extLst>
          </p:cNvPr>
          <p:cNvSpPr/>
          <p:nvPr/>
        </p:nvSpPr>
        <p:spPr>
          <a:xfrm>
            <a:off x="3943831" y="921056"/>
            <a:ext cx="4194329" cy="4250384"/>
          </a:xfrm>
          <a:prstGeom prst="ellipse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DB1994BD-6D12-63E3-C8BD-06AF35505D9E}"/>
              </a:ext>
            </a:extLst>
          </p:cNvPr>
          <p:cNvSpPr/>
          <p:nvPr/>
        </p:nvSpPr>
        <p:spPr>
          <a:xfrm>
            <a:off x="4529573" y="928676"/>
            <a:ext cx="2978667" cy="3605224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A16C68C8-035B-284E-7775-927D0E563B92}"/>
              </a:ext>
            </a:extLst>
          </p:cNvPr>
          <p:cNvSpPr/>
          <p:nvPr/>
        </p:nvSpPr>
        <p:spPr>
          <a:xfrm>
            <a:off x="4564361" y="3038628"/>
            <a:ext cx="2953267" cy="1495272"/>
          </a:xfrm>
          <a:prstGeom prst="triangl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0F56616-089F-63E4-2F4D-7ED3B3D9DB8E}"/>
              </a:ext>
            </a:extLst>
          </p:cNvPr>
          <p:cNvCxnSpPr>
            <a:cxnSpLocks/>
            <a:stCxn id="3" idx="0"/>
            <a:endCxn id="7" idx="3"/>
          </p:cNvCxnSpPr>
          <p:nvPr/>
        </p:nvCxnSpPr>
        <p:spPr>
          <a:xfrm>
            <a:off x="6018907" y="928676"/>
            <a:ext cx="22088" cy="360522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23B452C-4349-A0E7-BB22-9B0170FD7D95}"/>
              </a:ext>
            </a:extLst>
          </p:cNvPr>
          <p:cNvSpPr txBox="1"/>
          <p:nvPr/>
        </p:nvSpPr>
        <p:spPr>
          <a:xfrm>
            <a:off x="6075783" y="2667827"/>
            <a:ext cx="523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F0D9BC-E43A-02FD-A177-EC7B9B1C2564}"/>
              </a:ext>
            </a:extLst>
          </p:cNvPr>
          <p:cNvSpPr txBox="1"/>
          <p:nvPr/>
        </p:nvSpPr>
        <p:spPr>
          <a:xfrm>
            <a:off x="6013817" y="1981088"/>
            <a:ext cx="523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7EAB13-4D84-87CE-4B6D-8FBC33A9E4B4}"/>
              </a:ext>
            </a:extLst>
          </p:cNvPr>
          <p:cNvSpPr txBox="1"/>
          <p:nvPr/>
        </p:nvSpPr>
        <p:spPr>
          <a:xfrm>
            <a:off x="6770250" y="2509858"/>
            <a:ext cx="121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479F16-CB7F-C45A-645D-B63896709609}"/>
              </a:ext>
            </a:extLst>
          </p:cNvPr>
          <p:cNvSpPr txBox="1"/>
          <p:nvPr/>
        </p:nvSpPr>
        <p:spPr>
          <a:xfrm>
            <a:off x="5970873" y="1317228"/>
            <a:ext cx="41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811BD9-7C29-061D-C70A-14E576E984C1}"/>
              </a:ext>
            </a:extLst>
          </p:cNvPr>
          <p:cNvSpPr txBox="1"/>
          <p:nvPr/>
        </p:nvSpPr>
        <p:spPr>
          <a:xfrm>
            <a:off x="6005018" y="3291960"/>
            <a:ext cx="418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2θ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1671F9-E338-5915-F269-AA30BDC45B45}"/>
              </a:ext>
            </a:extLst>
          </p:cNvPr>
          <p:cNvSpPr txBox="1"/>
          <p:nvPr/>
        </p:nvSpPr>
        <p:spPr>
          <a:xfrm>
            <a:off x="6634197" y="3382732"/>
            <a:ext cx="523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0DDD9E-F8FE-9C7F-8F1D-E323D04B2546}"/>
              </a:ext>
            </a:extLst>
          </p:cNvPr>
          <p:cNvSpPr txBox="1"/>
          <p:nvPr/>
        </p:nvSpPr>
        <p:spPr>
          <a:xfrm>
            <a:off x="6275445" y="4528722"/>
            <a:ext cx="1070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2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8D9D-9E7E-170E-1006-876DB9BA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5D445E-4801-D788-9989-6B9C7F5A3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03" y="0"/>
            <a:ext cx="7668194" cy="6858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777BED7-10F1-C4DA-5AF0-1365C9C231C6}"/>
              </a:ext>
            </a:extLst>
          </p:cNvPr>
          <p:cNvCxnSpPr/>
          <p:nvPr/>
        </p:nvCxnSpPr>
        <p:spPr>
          <a:xfrm flipV="1">
            <a:off x="4049536" y="3668110"/>
            <a:ext cx="0" cy="2627587"/>
          </a:xfrm>
          <a:prstGeom prst="line">
            <a:avLst/>
          </a:prstGeom>
          <a:ln w="412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2B028FC-575E-1D2C-263F-1DB1FC031236}"/>
              </a:ext>
            </a:extLst>
          </p:cNvPr>
          <p:cNvCxnSpPr/>
          <p:nvPr/>
        </p:nvCxnSpPr>
        <p:spPr>
          <a:xfrm flipV="1">
            <a:off x="5674623" y="3668110"/>
            <a:ext cx="0" cy="2627587"/>
          </a:xfrm>
          <a:prstGeom prst="line">
            <a:avLst/>
          </a:prstGeom>
          <a:ln w="412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EE7E691-2CCE-C972-241D-E5CD25A14348}"/>
              </a:ext>
            </a:extLst>
          </p:cNvPr>
          <p:cNvCxnSpPr>
            <a:cxnSpLocks/>
          </p:cNvCxnSpPr>
          <p:nvPr/>
        </p:nvCxnSpPr>
        <p:spPr>
          <a:xfrm flipV="1">
            <a:off x="4046483" y="3668110"/>
            <a:ext cx="0" cy="1631254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14B9359-0D39-EF70-113E-1EFA0A12273A}"/>
              </a:ext>
            </a:extLst>
          </p:cNvPr>
          <p:cNvCxnSpPr>
            <a:cxnSpLocks/>
          </p:cNvCxnSpPr>
          <p:nvPr/>
        </p:nvCxnSpPr>
        <p:spPr>
          <a:xfrm flipH="1">
            <a:off x="4025756" y="3671920"/>
            <a:ext cx="1635904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43F0201-2EA5-5570-1D8F-B37E39BA3759}"/>
              </a:ext>
            </a:extLst>
          </p:cNvPr>
          <p:cNvCxnSpPr>
            <a:cxnSpLocks/>
          </p:cNvCxnSpPr>
          <p:nvPr/>
        </p:nvCxnSpPr>
        <p:spPr>
          <a:xfrm flipV="1">
            <a:off x="5674623" y="2886140"/>
            <a:ext cx="0" cy="78197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EA6048F-6155-E03D-F1B9-270DA64658FE}"/>
              </a:ext>
            </a:extLst>
          </p:cNvPr>
          <p:cNvCxnSpPr>
            <a:cxnSpLocks/>
          </p:cNvCxnSpPr>
          <p:nvPr/>
        </p:nvCxnSpPr>
        <p:spPr>
          <a:xfrm flipH="1">
            <a:off x="5674623" y="2906556"/>
            <a:ext cx="756657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75F3F00-67B6-B26E-D25A-395C0437BD35}"/>
              </a:ext>
            </a:extLst>
          </p:cNvPr>
          <p:cNvCxnSpPr>
            <a:cxnSpLocks/>
          </p:cNvCxnSpPr>
          <p:nvPr/>
        </p:nvCxnSpPr>
        <p:spPr>
          <a:xfrm flipV="1">
            <a:off x="6430527" y="2906556"/>
            <a:ext cx="0" cy="3389141"/>
          </a:xfrm>
          <a:prstGeom prst="line">
            <a:avLst/>
          </a:prstGeom>
          <a:ln w="412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2CA6658-8E64-5F3A-028C-AA74BEE80B7B}"/>
              </a:ext>
            </a:extLst>
          </p:cNvPr>
          <p:cNvCxnSpPr>
            <a:cxnSpLocks/>
          </p:cNvCxnSpPr>
          <p:nvPr/>
        </p:nvCxnSpPr>
        <p:spPr>
          <a:xfrm flipV="1">
            <a:off x="6430527" y="2576960"/>
            <a:ext cx="0" cy="349916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2B7E926A-0CB6-E398-34ED-0AC520F6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999" t="92630" r="32450" b="-225"/>
          <a:stretch/>
        </p:blipFill>
        <p:spPr>
          <a:xfrm>
            <a:off x="5674623" y="6333328"/>
            <a:ext cx="1575855" cy="52086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9FAD8F46-42C8-B792-1E93-6A4550A8C7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21" t="92630" r="52622" b="-225"/>
          <a:stretch/>
        </p:blipFill>
        <p:spPr>
          <a:xfrm>
            <a:off x="4695463" y="6337139"/>
            <a:ext cx="1254233" cy="52086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E894B9C-87AF-6FB8-3F2A-42F4726DD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057" y="2528208"/>
            <a:ext cx="3208312" cy="2472511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A02A85B-C909-3F56-EC11-0A9E41502755}"/>
              </a:ext>
            </a:extLst>
          </p:cNvPr>
          <p:cNvCxnSpPr>
            <a:cxnSpLocks/>
          </p:cNvCxnSpPr>
          <p:nvPr/>
        </p:nvCxnSpPr>
        <p:spPr>
          <a:xfrm flipH="1">
            <a:off x="6411858" y="2597946"/>
            <a:ext cx="339462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85AAF0F-3E15-D9FA-5F87-5101ED03B258}"/>
              </a:ext>
            </a:extLst>
          </p:cNvPr>
          <p:cNvCxnSpPr>
            <a:cxnSpLocks/>
          </p:cNvCxnSpPr>
          <p:nvPr/>
        </p:nvCxnSpPr>
        <p:spPr>
          <a:xfrm flipV="1">
            <a:off x="6729612" y="2470785"/>
            <a:ext cx="0" cy="136686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C6B24E-A2ED-E363-D06F-98A6E9ED9409}"/>
              </a:ext>
            </a:extLst>
          </p:cNvPr>
          <p:cNvCxnSpPr>
            <a:cxnSpLocks/>
          </p:cNvCxnSpPr>
          <p:nvPr/>
        </p:nvCxnSpPr>
        <p:spPr>
          <a:xfrm flipH="1">
            <a:off x="6729612" y="2491266"/>
            <a:ext cx="73143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9D6972D-A791-804F-66D8-F6E0D858C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945" y="0"/>
            <a:ext cx="8938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1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</TotalTime>
  <Words>21</Words>
  <Application>Microsoft Office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6</cp:revision>
  <dcterms:created xsi:type="dcterms:W3CDTF">2024-12-19T14:42:07Z</dcterms:created>
  <dcterms:modified xsi:type="dcterms:W3CDTF">2025-03-11T01:37:09Z</dcterms:modified>
</cp:coreProperties>
</file>